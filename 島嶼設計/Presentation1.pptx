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9144000"/>
  <p:defaultText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85"/>
    <p:restoredTop sz="94650"/>
  </p:normalViewPr>
  <p:slideViewPr>
    <p:cSldViewPr snapToGrid="0">
      <p:cViewPr>
        <p:scale>
          <a:sx n="135" d="100"/>
          <a:sy n="135" d="100"/>
        </p:scale>
        <p:origin x="-328"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6:52:51.474"/>
    </inkml:context>
    <inkml:brush xml:id="br0">
      <inkml:brushProperty name="width" value="0.035" units="cm"/>
      <inkml:brushProperty name="height" value="0.035" units="cm"/>
      <inkml:brushProperty name="color" value="#E71224"/>
    </inkml:brush>
  </inkml:definitions>
  <inkml:trace contextRef="#ctx0" brushRef="#br0">24251 2254 20203,'-89'37'0,"0"0"0,-1-1 0,1 1 0,0 0 0,-1 0 0,1 0 0,0 0 0,-1 0 0,1 0 0,-2 1 0,3-2 0,2-1 0,0 0 0,0 1 0,-3 0 0,-3 2 0,-5 2 0,-5 2-444,26-11 0,-4 1 1,-2 2-1,-3 1 1,-3 2-1,-1 0 0,-2 0 1,-2 1-1,0 1 1,-1-1-1,0 1 0,0 0 1,0-1-1,1 0 1,1-1-1,2 0 1,2-2-1,1 0 444,-5 2 0,0-1 0,1 0 0,0 0 0,1 0 0,0-1 0,1-1 0,0 1 0,1-1 0,0 0 0,1 0 0,0-1 0,1 0 0,0 0 0,1 0-128,-5 2 1,1-1-1,0 0 1,1-1-1,1 0 1,0 0-1,1 0 1,0 0-1,0-1 1,0 0-1,0 1 1,1-1 0,-1 0 127,-4 2 0,0-1 0,1 0 0,0 0 0,0 0 0,0 0 0,0 0 0,0 0 0,1-1 0,-1 1 0,1 0 0,-1 0-59,1 0 1,0-1 0,1 0 0,-1 0 0,1 1 0,-1-1 0,1 0 0,-1 1 0,0 0 0,0 0-1,0 1 1,0 1 58,3-2 0,0 1 0,1 0 0,0 0 0,-1 1 0,0-1 0,0 2 0,0-1 0,-1 1 0,-1 1 0,0-1 0,-2 2 0,0-1-112,3 0 1,-2 0-1,0 0 1,-1 1-1,0 0 1,-1 1 0,-1-1-1,0 2 1,0-1-1,0 1 1,-1 0 0,1 0-1,0 1 1,1 0-1,-1 0 112,6-1 0,-1 0 0,0 0 0,0 0 0,0 1 0,0 0 0,0 0 0,0 0 0,0 1 0,0 0 0,0 0 0,0 1 0,0-1 0,0 1 0,0 1 0,0-1 0,-1 2 0,0-1 0,-1 2 0,1-1 0,-1 1 0,1 0 0,0 1 0,-1-1 0,1 1 0,0 0 0,0 0 0,0 0 0,0 0 0,0 1 0,0-1 0,1 0 0,0 0 0,1 0 0,-1 1 0,1-1 0,0 1 0,-1-1 0,1 1 0,0 0 0,0 0 0,1 0 0,-1 0 0,1 0 0,0 0 0,0 0 0,0 0 0,1 0 0,-4 2 0,1 0 0,-1 0 0,1 1 0,0-1 0,0 1 0,1-1 0,-1 1 0,1-1 0,0 0 0,1 0 0,0-1 0,0 1 0,1-1 0,0-1 0,0 0 0,0 1 0,0-1 0,0 0 0,1-1 0,1 1 0,-1-1 0,1 0 0,1-1 0,-1 1 0,1-1 0,1-1 0,0 0 0,0 0 0,-6 4 0,1-1 0,0-1 0,0 1 0,1-1 0,1-1 0,-1 0 0,2 0 0,-1-1 0,2 0 0,-1 0 0,1-1 0,-8 4 0,1 0 0,0-1 0,0-1 0,1 0 0,1 0 0,0-1 0,1-1 0,1 0 0,0 0 54,1-1 1,0 0 0,1-1 0,0-1 0,1 0 0,1 0 0,1-1 0,-1 1 0,1-1-55,-5 2 0,0 1 0,0-1 0,1 0 0,1 0 0,0-1 0,2-1 0,0-1 151,-3 2 0,2-1 0,0-1 1,1 0-1,1-1 0,1-1 0,0 0-151,-5 1 0,1 0 0,0-1 0,2 0 0,0-2 0,1-1 389,-8 4 0,0-1 0,2-2 0,1-1 1,1-3-390,-6 1 0,2-2 0,2-3 0,0 0 784,8-4 1,1-1 0,2-1 0,0-1-785,-14 5 0,1-1 0,1-1 0,3-2 0,1 0 0,1 0 1075,6-1 1,0 0 0,2 0-1076,2 0 0,1-1 0,0 0 0,2 1 0,0-1 0,1 0 0,-29 10 0,0-1 0,2 1 0,0-3 0,8-3 0,3-3 1501,9-4 0,4-2-1501,14-4 0,4-3 1904,-13-5-1904,30-36 0,21-14 0,6-14 0,3-11 0,2-11 0,2-10-752,1 11 1,0-6 0,1-6-1,2-5 1,1-3 751,-1 20 0,2-4 0,0-3 0,1-2 0,1-2 0,0-1 0,1-3 0,0 0-475,-1 6 1,2-2 0,0-2 0,0-1 0,0-1 0,1-2 0,1 0 0,-1 0 0,1-1 0,-1 1 474,1 4 0,-1-1 0,1 0 0,0-1 0,0 0 0,1-1 0,-1 1 0,1-1 0,-1 1 0,1 0 0,0 1-313,0 1 1,0 0 0,0-1 0,0 1 0,1 0-1,-1 1 1,0-1 0,1 1 0,-1 1 0,0 0-1,-1 1 313,1-3 0,0 1 0,-1-1 0,1 2 0,-1-1 0,0 2 0,0 0 0,0 1 0,-1 1 0,0 1-212,2-13 1,-1 2 0,0 1 0,-1 1 0,0 1 0,0 0 0,-1 1 0,0 1 211,-1 7 0,0 0 0,0 0 0,-1 2 0,0 0 0,-1 0 0,0 2 0,-1 0 63,1-4 0,-1 0 1,-1 1-1,0 1 1,-1 1-1,0 1 1,0 0-64,-1-7 0,0 1 0,0 0 0,-1 2 0,0 0 0,0 0 251,-1 4 1,0 1-1,-1 0 1,0 0-1,0 1 1,-1-1-252,-1-14 0,-1 0 0,0 0 0,-1 0 0,0 1 0,-1 0 0,0 0 0,0 1 0,-2 0 0,0 1 0,-2 3 0,-1 1 0,-1 0 0,-1 1 0,0 1 495,-1 4 0,-1 1 0,0 1 1,-1 1-1,0 2-495,-3-12 0,-1 2 0,0 1 0,0 2 578,1 6 1,-1 2-1,1 1 1,0 2-579,-1-19 0,0 2 0,3 3 751,3 10 0,1 3 0,3 0-751,1 3 0,2 2 0,1 0 0,1 5 0,3 0 0,-1 1 0,2-30 0,0 0 1294,0 2 1,0 4-1295,0 14 0,0 6 947,0 13 0,0 3-947,0-24 1253,2 26-1253,3 17 504,-1 15-504,4 5 0,0 7 0,6 2 0,19 3 0,26 2 0,-10 5 0,7 5 0,32 16 0,10 11-706,-33-7 0,2 5 0,4 3 0,2 3 706,4 3 0,2 3 0,3 3 0,3 2 0,1 1-636,-13-8 1,1 1-1,1 1 1,2 2-1,0-1 1,2 1-1,1 0 636,-3-3 0,2 1 0,0 1 0,1-1 0,1 1 0,1 0 0,2-1 0,0 0-459,-3-3 1,1 0 0,1 0 0,1 0 0,1-1-1,0 1 1,1-1 0,0 0 0,0-1 458,3 1 0,0 0 0,0-1 0,1 0 0,1 0 0,0-1 0,1 0 0,0 0 0,1 0-301,-6-3 0,0 0 0,1-1 0,1 0 0,0 0 1,0 0-1,1 0 0,0-1 0,1 1 0,0-1 301,-5-2 0,1 0 0,0 0 0,0 0 0,1 0 0,0-1 0,0 1 0,1-1 0,-1 1 0,1-1 0,0 0-124,3 0 0,-1 1 0,1 0 0,-1-1 1,2 0-1,-1 0 0,0 0 0,1 0 0,0 0 1,0-1-1,0 0 124,-6-2 0,1 0 0,-1-1 0,1 0 0,0 0 0,0 0 0,0-1 0,0 1 0,0-1 0,0 0 0,-1 0 0,1 0-46,5 2 1,1-1-1,0 1 1,0-1 0,-1-1-1,1 1 1,-1 0 0,0-1-1,0 0 1,0 1-1,-1-1 46,-3-1 0,1 1 0,-1-1 0,0 0 0,-1 0 0,1 0 0,-1 0 0,0 0 0,-1 0 0,0 0 0,0 1-2,5 1 0,-1 0 1,-1 0-1,0 0 1,0 1-1,0-1 1,-1 1-1,0 0 1,-1 1-1,0 0 2,-2 0 0,0 1 0,-1 0 0,0 0 0,-1 1 0,0-1 0,1 2 0,-2-1 0,1 1 0,-1 0 0,9 4 0,-1 0 0,1 0 0,-2 1 0,1 1 0,-1-1 0,0 1 0,0 0 0,-1 0 23,-1-1 1,-2 1 0,1 0 0,-1 0 0,0 0 0,-1 0-1,1 0 1,0 1 0,0 0-24,1-1 0,0 1 0,-1 0 0,1 1 0,0-1 0,0 0 0,-1 1 0,1-1 0,-1 1 0,0-1 0,0 1 0,1-1 0,-1 1 0,-1 0 0,1 0 0,0-1 0,-1 1 0,0 0 0,-2-2 0,-1 1 0,1-1 0,-2 0 0,1 0 0,0 1 0,0-1 0,1 2 0,0-1 0,4 3 0,1-1 0,-1 2 0,2-1 0,-1 1 0,0 0 0,1 0 0,-1 0 0,0 0 3,-7-4 1,-1 1-1,1-1 1,-1 1-1,1 0 1,0-1-1,-1 1 1,1 1-1,0-1 1,0 0-4,1 2 0,-1-1 0,1 0 0,0 0 0,0 0 0,0 1 0,0 0 0,0 1 0,1-1 0,0 2 0,-4-3 0,0 1 0,1 0 0,0 1 0,0 0 0,1 0 0,-1 0 0,0 1 0,0 0 0,0 0 0,-1 0 0,0 0 0,0 0 0,0 1 0,-1-1 0,1 1 0,-1 0 0,1 0 0,-1 1 0,1 0 0,-1 0 0,1 1-10,2 1 0,0 1 1,-1 0-1,1 0 0,0 1 1,0 0-1,0 0 1,0 1-1,0-1 0,-1 1 1,0 1 9,1 0 0,0 0 0,0 1 0,0 1 0,-1-1 0,1 1 0,-1 0 0,-1 0 0,0 0 0,0 0 0,-2 0-7,5 2 0,-2 1 1,1 0-1,-1 0 1,-1 0-1,0 1 1,-1-1-1,-1 0 1,0 0-1,-1 0 7,3 2 0,0 1 0,-1 0 0,-1 0 0,0 0 0,-2 0 0,0-1 0,-2 0 0,0 0 90,0 1 0,-1 0 0,-1 0 1,-1 0-1,-2-1 0,0 0 0,-1-1 1,-2 0-91,2 1 0,-1 0 0,-2 0 0,0-1 0,-2-1 0,0 0 0,0-1 246,3 5 0,0-2 0,-1 0 1,-1-1-1,-1 0 0,-1-2-246,4 4 0,0-1 0,-2-1 0,-1-2 0,-1 0 651,6 4 0,-2-1 0,-1-2 1,-2-1-652,12 9 0,-2-3 0,-3 1 0,-6-2 0,-3-1 0,-2 4 0,-1 4 0,-3 3 0,0 3 0,-10-8 0,1 2 0,-2 2 0,-1 2 676,0 6 1,-1 1-1,-1 2 1,-1 1-677,1 4 0,-2 1 0,-1 2 0,-1-1 0,-2 2 0,-1-1 0,-1 2 0,-2 0 0,-2 2 0,-3 1 0,-1 2 0,-1 0 266,-6-15 1,-2 1 0,0 1 0,-2 0 0,-1 0-267,-2-1 0,-1 0 0,-1 0 0,-1-1 0,-1 0 0,-1 16 0,-1 0 0,-1-2 0,-2-3 545,-1 11 1,-3-3 0,0-7-546,0-22 0,-1-5 0,-1-5 489,-2 6 0,-2-7-489,-16 24 1774,-8-7-1774,-11 11 1228,20-42 0,0-2-1228,-19 35 518,-1-6-518,1-5 0,-10 8 0,23-34 0,-1 0 0,0-2 0,-2-1 0,-1-1 0,-1-1 0,-32 33 0,0-7 0,2-5 0,10-12 0,7-17 0,11-13 0,9-11 0,9-6 0,10-22 0,-2-12 0,9 6 0,-3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6:52:52.344"/>
    </inkml:context>
    <inkml:brush xml:id="br0">
      <inkml:brushProperty name="width" value="0.035" units="cm"/>
      <inkml:brushProperty name="height" value="0.035" units="cm"/>
      <inkml:brushProperty name="color" value="#E71224"/>
    </inkml:brush>
  </inkml:definitions>
  <inkml:trace contextRef="#ctx0" brushRef="#br0">0 0 24575,'0'0'0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C781A-A2B4-A650-E789-0E7ECDAD16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W"/>
          </a:p>
        </p:txBody>
      </p:sp>
      <p:sp>
        <p:nvSpPr>
          <p:cNvPr id="3" name="Subtitle 2">
            <a:extLst>
              <a:ext uri="{FF2B5EF4-FFF2-40B4-BE49-F238E27FC236}">
                <a16:creationId xmlns:a16="http://schemas.microsoft.com/office/drawing/2014/main" id="{9AEB86D6-6597-0389-A2ED-11514CBADC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W"/>
          </a:p>
        </p:txBody>
      </p:sp>
      <p:sp>
        <p:nvSpPr>
          <p:cNvPr id="4" name="Date Placeholder 3">
            <a:extLst>
              <a:ext uri="{FF2B5EF4-FFF2-40B4-BE49-F238E27FC236}">
                <a16:creationId xmlns:a16="http://schemas.microsoft.com/office/drawing/2014/main" id="{286B5F6F-514A-4195-5491-0B2C3024C214}"/>
              </a:ext>
            </a:extLst>
          </p:cNvPr>
          <p:cNvSpPr>
            <a:spLocks noGrp="1"/>
          </p:cNvSpPr>
          <p:nvPr>
            <p:ph type="dt" sz="half" idx="10"/>
          </p:nvPr>
        </p:nvSpPr>
        <p:spPr/>
        <p:txBody>
          <a:bodyPr/>
          <a:lstStyle/>
          <a:p>
            <a:fld id="{8D9D3AB4-D563-BA4B-8473-2CD30566D834}" type="datetimeFigureOut">
              <a:rPr lang="en-TW" smtClean="0"/>
              <a:t>2026/7/1</a:t>
            </a:fld>
            <a:endParaRPr lang="en-TW"/>
          </a:p>
        </p:txBody>
      </p:sp>
      <p:sp>
        <p:nvSpPr>
          <p:cNvPr id="5" name="Footer Placeholder 4">
            <a:extLst>
              <a:ext uri="{FF2B5EF4-FFF2-40B4-BE49-F238E27FC236}">
                <a16:creationId xmlns:a16="http://schemas.microsoft.com/office/drawing/2014/main" id="{4113FA97-79C1-F60B-79BA-EEDEAF3F04F0}"/>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AC06E8D6-6520-6F22-C69E-9755A0A70030}"/>
              </a:ext>
            </a:extLst>
          </p:cNvPr>
          <p:cNvSpPr>
            <a:spLocks noGrp="1"/>
          </p:cNvSpPr>
          <p:nvPr>
            <p:ph type="sldNum" sz="quarter" idx="12"/>
          </p:nvPr>
        </p:nvSpPr>
        <p:spPr/>
        <p:txBody>
          <a:bodyPr/>
          <a:lstStyle/>
          <a:p>
            <a:fld id="{8893D88D-2710-864A-820D-4B8E19608D0D}" type="slidenum">
              <a:rPr lang="en-TW" smtClean="0"/>
              <a:t>‹#›</a:t>
            </a:fld>
            <a:endParaRPr lang="en-TW"/>
          </a:p>
        </p:txBody>
      </p:sp>
    </p:spTree>
    <p:extLst>
      <p:ext uri="{BB962C8B-B14F-4D97-AF65-F5344CB8AC3E}">
        <p14:creationId xmlns:p14="http://schemas.microsoft.com/office/powerpoint/2010/main" val="3369326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539D1-783B-2CF0-FD85-024ED9909EA4}"/>
              </a:ext>
            </a:extLst>
          </p:cNvPr>
          <p:cNvSpPr>
            <a:spLocks noGrp="1"/>
          </p:cNvSpPr>
          <p:nvPr>
            <p:ph type="title"/>
          </p:nvPr>
        </p:nvSpPr>
        <p:spPr/>
        <p:txBody>
          <a:bodyPr/>
          <a:lstStyle/>
          <a:p>
            <a:r>
              <a:rPr lang="en-US"/>
              <a:t>Click to edit Master title style</a:t>
            </a:r>
            <a:endParaRPr lang="en-TW"/>
          </a:p>
        </p:txBody>
      </p:sp>
      <p:sp>
        <p:nvSpPr>
          <p:cNvPr id="3" name="Content Placeholder 2">
            <a:extLst>
              <a:ext uri="{FF2B5EF4-FFF2-40B4-BE49-F238E27FC236}">
                <a16:creationId xmlns:a16="http://schemas.microsoft.com/office/drawing/2014/main" id="{B0402D23-12BB-82A4-1516-F5C26FE4C5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800DA364-F834-D83D-A1AB-494320881C10}"/>
              </a:ext>
            </a:extLst>
          </p:cNvPr>
          <p:cNvSpPr>
            <a:spLocks noGrp="1"/>
          </p:cNvSpPr>
          <p:nvPr>
            <p:ph type="dt" sz="half" idx="10"/>
          </p:nvPr>
        </p:nvSpPr>
        <p:spPr/>
        <p:txBody>
          <a:bodyPr/>
          <a:lstStyle/>
          <a:p>
            <a:fld id="{8D9D3AB4-D563-BA4B-8473-2CD30566D834}" type="datetimeFigureOut">
              <a:rPr lang="en-TW" smtClean="0"/>
              <a:t>2026/7/1</a:t>
            </a:fld>
            <a:endParaRPr lang="en-TW"/>
          </a:p>
        </p:txBody>
      </p:sp>
      <p:sp>
        <p:nvSpPr>
          <p:cNvPr id="5" name="Footer Placeholder 4">
            <a:extLst>
              <a:ext uri="{FF2B5EF4-FFF2-40B4-BE49-F238E27FC236}">
                <a16:creationId xmlns:a16="http://schemas.microsoft.com/office/drawing/2014/main" id="{5A549B11-0BA8-C363-0478-1DF39346C0AC}"/>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62D789DF-4641-39E5-B374-04D0CA29D2D6}"/>
              </a:ext>
            </a:extLst>
          </p:cNvPr>
          <p:cNvSpPr>
            <a:spLocks noGrp="1"/>
          </p:cNvSpPr>
          <p:nvPr>
            <p:ph type="sldNum" sz="quarter" idx="12"/>
          </p:nvPr>
        </p:nvSpPr>
        <p:spPr/>
        <p:txBody>
          <a:bodyPr/>
          <a:lstStyle/>
          <a:p>
            <a:fld id="{8893D88D-2710-864A-820D-4B8E19608D0D}" type="slidenum">
              <a:rPr lang="en-TW" smtClean="0"/>
              <a:t>‹#›</a:t>
            </a:fld>
            <a:endParaRPr lang="en-TW"/>
          </a:p>
        </p:txBody>
      </p:sp>
    </p:spTree>
    <p:extLst>
      <p:ext uri="{BB962C8B-B14F-4D97-AF65-F5344CB8AC3E}">
        <p14:creationId xmlns:p14="http://schemas.microsoft.com/office/powerpoint/2010/main" val="71911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70D62-518F-F75B-E53D-61A04D53E0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W"/>
          </a:p>
        </p:txBody>
      </p:sp>
      <p:sp>
        <p:nvSpPr>
          <p:cNvPr id="3" name="Text Placeholder 2">
            <a:extLst>
              <a:ext uri="{FF2B5EF4-FFF2-40B4-BE49-F238E27FC236}">
                <a16:creationId xmlns:a16="http://schemas.microsoft.com/office/drawing/2014/main" id="{E3B3575A-D697-4DBE-DF25-BB312AA167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0609CE-D720-A06A-0879-C4F5690B21D3}"/>
              </a:ext>
            </a:extLst>
          </p:cNvPr>
          <p:cNvSpPr>
            <a:spLocks noGrp="1"/>
          </p:cNvSpPr>
          <p:nvPr>
            <p:ph type="dt" sz="half" idx="10"/>
          </p:nvPr>
        </p:nvSpPr>
        <p:spPr/>
        <p:txBody>
          <a:bodyPr/>
          <a:lstStyle/>
          <a:p>
            <a:fld id="{8D9D3AB4-D563-BA4B-8473-2CD30566D834}" type="datetimeFigureOut">
              <a:rPr lang="en-TW" smtClean="0"/>
              <a:t>2026/7/1</a:t>
            </a:fld>
            <a:endParaRPr lang="en-TW"/>
          </a:p>
        </p:txBody>
      </p:sp>
      <p:sp>
        <p:nvSpPr>
          <p:cNvPr id="5" name="Footer Placeholder 4">
            <a:extLst>
              <a:ext uri="{FF2B5EF4-FFF2-40B4-BE49-F238E27FC236}">
                <a16:creationId xmlns:a16="http://schemas.microsoft.com/office/drawing/2014/main" id="{2F6CFC64-9172-4DEB-46FF-C1B5CBE07E53}"/>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1EEA767A-DA79-9AB1-5427-22E74B640700}"/>
              </a:ext>
            </a:extLst>
          </p:cNvPr>
          <p:cNvSpPr>
            <a:spLocks noGrp="1"/>
          </p:cNvSpPr>
          <p:nvPr>
            <p:ph type="sldNum" sz="quarter" idx="12"/>
          </p:nvPr>
        </p:nvSpPr>
        <p:spPr/>
        <p:txBody>
          <a:bodyPr/>
          <a:lstStyle/>
          <a:p>
            <a:fld id="{8893D88D-2710-864A-820D-4B8E19608D0D}" type="slidenum">
              <a:rPr lang="en-TW" smtClean="0"/>
              <a:t>‹#›</a:t>
            </a:fld>
            <a:endParaRPr lang="en-TW"/>
          </a:p>
        </p:txBody>
      </p:sp>
    </p:spTree>
    <p:extLst>
      <p:ext uri="{BB962C8B-B14F-4D97-AF65-F5344CB8AC3E}">
        <p14:creationId xmlns:p14="http://schemas.microsoft.com/office/powerpoint/2010/main" val="2031641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7E51E-8FD3-9810-9CBB-CC286E8CDC28}"/>
              </a:ext>
            </a:extLst>
          </p:cNvPr>
          <p:cNvSpPr>
            <a:spLocks noGrp="1"/>
          </p:cNvSpPr>
          <p:nvPr>
            <p:ph type="title"/>
          </p:nvPr>
        </p:nvSpPr>
        <p:spPr/>
        <p:txBody>
          <a:bodyPr/>
          <a:lstStyle/>
          <a:p>
            <a:r>
              <a:rPr lang="en-US"/>
              <a:t>Click to edit Master title style</a:t>
            </a:r>
            <a:endParaRPr lang="en-TW"/>
          </a:p>
        </p:txBody>
      </p:sp>
      <p:sp>
        <p:nvSpPr>
          <p:cNvPr id="3" name="Content Placeholder 2">
            <a:extLst>
              <a:ext uri="{FF2B5EF4-FFF2-40B4-BE49-F238E27FC236}">
                <a16:creationId xmlns:a16="http://schemas.microsoft.com/office/drawing/2014/main" id="{D7101AD3-8379-4320-35B9-F8F2E1B4D4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Content Placeholder 3">
            <a:extLst>
              <a:ext uri="{FF2B5EF4-FFF2-40B4-BE49-F238E27FC236}">
                <a16:creationId xmlns:a16="http://schemas.microsoft.com/office/drawing/2014/main" id="{3704E04D-87D4-C636-7A49-A0B91C53B3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5" name="Date Placeholder 4">
            <a:extLst>
              <a:ext uri="{FF2B5EF4-FFF2-40B4-BE49-F238E27FC236}">
                <a16:creationId xmlns:a16="http://schemas.microsoft.com/office/drawing/2014/main" id="{5BB0C18C-813A-527D-0E76-0B5E5A88221C}"/>
              </a:ext>
            </a:extLst>
          </p:cNvPr>
          <p:cNvSpPr>
            <a:spLocks noGrp="1"/>
          </p:cNvSpPr>
          <p:nvPr>
            <p:ph type="dt" sz="half" idx="10"/>
          </p:nvPr>
        </p:nvSpPr>
        <p:spPr/>
        <p:txBody>
          <a:bodyPr/>
          <a:lstStyle/>
          <a:p>
            <a:fld id="{8D9D3AB4-D563-BA4B-8473-2CD30566D834}" type="datetimeFigureOut">
              <a:rPr lang="en-TW" smtClean="0"/>
              <a:t>2026/7/1</a:t>
            </a:fld>
            <a:endParaRPr lang="en-TW"/>
          </a:p>
        </p:txBody>
      </p:sp>
      <p:sp>
        <p:nvSpPr>
          <p:cNvPr id="6" name="Footer Placeholder 5">
            <a:extLst>
              <a:ext uri="{FF2B5EF4-FFF2-40B4-BE49-F238E27FC236}">
                <a16:creationId xmlns:a16="http://schemas.microsoft.com/office/drawing/2014/main" id="{BE8BE545-42C8-ED77-0B61-F34D4934C3D2}"/>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9D084FB9-7818-725B-07F1-E8B9414723C1}"/>
              </a:ext>
            </a:extLst>
          </p:cNvPr>
          <p:cNvSpPr>
            <a:spLocks noGrp="1"/>
          </p:cNvSpPr>
          <p:nvPr>
            <p:ph type="sldNum" sz="quarter" idx="12"/>
          </p:nvPr>
        </p:nvSpPr>
        <p:spPr/>
        <p:txBody>
          <a:bodyPr/>
          <a:lstStyle/>
          <a:p>
            <a:fld id="{8893D88D-2710-864A-820D-4B8E19608D0D}" type="slidenum">
              <a:rPr lang="en-TW" smtClean="0"/>
              <a:t>‹#›</a:t>
            </a:fld>
            <a:endParaRPr lang="en-TW"/>
          </a:p>
        </p:txBody>
      </p:sp>
    </p:spTree>
    <p:extLst>
      <p:ext uri="{BB962C8B-B14F-4D97-AF65-F5344CB8AC3E}">
        <p14:creationId xmlns:p14="http://schemas.microsoft.com/office/powerpoint/2010/main" val="954759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E5605-DE11-9C07-F45F-17D5B23DAACC}"/>
              </a:ext>
            </a:extLst>
          </p:cNvPr>
          <p:cNvSpPr>
            <a:spLocks noGrp="1"/>
          </p:cNvSpPr>
          <p:nvPr>
            <p:ph type="title"/>
          </p:nvPr>
        </p:nvSpPr>
        <p:spPr>
          <a:xfrm>
            <a:off x="839788" y="365125"/>
            <a:ext cx="10515600" cy="1325563"/>
          </a:xfrm>
        </p:spPr>
        <p:txBody>
          <a:bodyPr/>
          <a:lstStyle/>
          <a:p>
            <a:r>
              <a:rPr lang="en-US"/>
              <a:t>Click to edit Master title style</a:t>
            </a:r>
            <a:endParaRPr lang="en-TW"/>
          </a:p>
        </p:txBody>
      </p:sp>
      <p:sp>
        <p:nvSpPr>
          <p:cNvPr id="3" name="Text Placeholder 2">
            <a:extLst>
              <a:ext uri="{FF2B5EF4-FFF2-40B4-BE49-F238E27FC236}">
                <a16:creationId xmlns:a16="http://schemas.microsoft.com/office/drawing/2014/main" id="{29DFA8C1-C044-8627-6898-50C56F697C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6553BE-CC3D-9E17-B6B1-0C89A8695D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5" name="Text Placeholder 4">
            <a:extLst>
              <a:ext uri="{FF2B5EF4-FFF2-40B4-BE49-F238E27FC236}">
                <a16:creationId xmlns:a16="http://schemas.microsoft.com/office/drawing/2014/main" id="{3125CB2E-E0CF-F2F5-9289-3C606FFB1C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87DF24-761F-9A19-D9F1-7B1E49FE0D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7" name="Date Placeholder 6">
            <a:extLst>
              <a:ext uri="{FF2B5EF4-FFF2-40B4-BE49-F238E27FC236}">
                <a16:creationId xmlns:a16="http://schemas.microsoft.com/office/drawing/2014/main" id="{D6A12C05-E056-6321-C96F-2F7359D2265A}"/>
              </a:ext>
            </a:extLst>
          </p:cNvPr>
          <p:cNvSpPr>
            <a:spLocks noGrp="1"/>
          </p:cNvSpPr>
          <p:nvPr>
            <p:ph type="dt" sz="half" idx="10"/>
          </p:nvPr>
        </p:nvSpPr>
        <p:spPr/>
        <p:txBody>
          <a:bodyPr/>
          <a:lstStyle/>
          <a:p>
            <a:fld id="{8D9D3AB4-D563-BA4B-8473-2CD30566D834}" type="datetimeFigureOut">
              <a:rPr lang="en-TW" smtClean="0"/>
              <a:t>2026/7/1</a:t>
            </a:fld>
            <a:endParaRPr lang="en-TW"/>
          </a:p>
        </p:txBody>
      </p:sp>
      <p:sp>
        <p:nvSpPr>
          <p:cNvPr id="8" name="Footer Placeholder 7">
            <a:extLst>
              <a:ext uri="{FF2B5EF4-FFF2-40B4-BE49-F238E27FC236}">
                <a16:creationId xmlns:a16="http://schemas.microsoft.com/office/drawing/2014/main" id="{4A08B126-4D68-0182-BA34-7C5675439367}"/>
              </a:ext>
            </a:extLst>
          </p:cNvPr>
          <p:cNvSpPr>
            <a:spLocks noGrp="1"/>
          </p:cNvSpPr>
          <p:nvPr>
            <p:ph type="ftr" sz="quarter" idx="11"/>
          </p:nvPr>
        </p:nvSpPr>
        <p:spPr/>
        <p:txBody>
          <a:bodyPr/>
          <a:lstStyle/>
          <a:p>
            <a:endParaRPr lang="en-TW"/>
          </a:p>
        </p:txBody>
      </p:sp>
      <p:sp>
        <p:nvSpPr>
          <p:cNvPr id="9" name="Slide Number Placeholder 8">
            <a:extLst>
              <a:ext uri="{FF2B5EF4-FFF2-40B4-BE49-F238E27FC236}">
                <a16:creationId xmlns:a16="http://schemas.microsoft.com/office/drawing/2014/main" id="{B45E9E14-253D-DA2B-0745-7DDFE5A51269}"/>
              </a:ext>
            </a:extLst>
          </p:cNvPr>
          <p:cNvSpPr>
            <a:spLocks noGrp="1"/>
          </p:cNvSpPr>
          <p:nvPr>
            <p:ph type="sldNum" sz="quarter" idx="12"/>
          </p:nvPr>
        </p:nvSpPr>
        <p:spPr/>
        <p:txBody>
          <a:bodyPr/>
          <a:lstStyle/>
          <a:p>
            <a:fld id="{8893D88D-2710-864A-820D-4B8E19608D0D}" type="slidenum">
              <a:rPr lang="en-TW" smtClean="0"/>
              <a:t>‹#›</a:t>
            </a:fld>
            <a:endParaRPr lang="en-TW"/>
          </a:p>
        </p:txBody>
      </p:sp>
    </p:spTree>
    <p:extLst>
      <p:ext uri="{BB962C8B-B14F-4D97-AF65-F5344CB8AC3E}">
        <p14:creationId xmlns:p14="http://schemas.microsoft.com/office/powerpoint/2010/main" val="2989639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0311C-A0DE-3BC2-DE9E-0EE37BE690F8}"/>
              </a:ext>
            </a:extLst>
          </p:cNvPr>
          <p:cNvSpPr>
            <a:spLocks noGrp="1"/>
          </p:cNvSpPr>
          <p:nvPr>
            <p:ph type="title"/>
          </p:nvPr>
        </p:nvSpPr>
        <p:spPr/>
        <p:txBody>
          <a:bodyPr/>
          <a:lstStyle/>
          <a:p>
            <a:r>
              <a:rPr lang="en-US"/>
              <a:t>Click to edit Master title style</a:t>
            </a:r>
            <a:endParaRPr lang="en-TW"/>
          </a:p>
        </p:txBody>
      </p:sp>
      <p:sp>
        <p:nvSpPr>
          <p:cNvPr id="3" name="Date Placeholder 2">
            <a:extLst>
              <a:ext uri="{FF2B5EF4-FFF2-40B4-BE49-F238E27FC236}">
                <a16:creationId xmlns:a16="http://schemas.microsoft.com/office/drawing/2014/main" id="{E81CD543-C122-F292-FE07-A9F29EF9CE84}"/>
              </a:ext>
            </a:extLst>
          </p:cNvPr>
          <p:cNvSpPr>
            <a:spLocks noGrp="1"/>
          </p:cNvSpPr>
          <p:nvPr>
            <p:ph type="dt" sz="half" idx="10"/>
          </p:nvPr>
        </p:nvSpPr>
        <p:spPr/>
        <p:txBody>
          <a:bodyPr/>
          <a:lstStyle/>
          <a:p>
            <a:fld id="{8D9D3AB4-D563-BA4B-8473-2CD30566D834}" type="datetimeFigureOut">
              <a:rPr lang="en-TW" smtClean="0"/>
              <a:t>2026/7/1</a:t>
            </a:fld>
            <a:endParaRPr lang="en-TW"/>
          </a:p>
        </p:txBody>
      </p:sp>
      <p:sp>
        <p:nvSpPr>
          <p:cNvPr id="4" name="Footer Placeholder 3">
            <a:extLst>
              <a:ext uri="{FF2B5EF4-FFF2-40B4-BE49-F238E27FC236}">
                <a16:creationId xmlns:a16="http://schemas.microsoft.com/office/drawing/2014/main" id="{56501716-EB42-2966-78DB-67C20A8C2591}"/>
              </a:ext>
            </a:extLst>
          </p:cNvPr>
          <p:cNvSpPr>
            <a:spLocks noGrp="1"/>
          </p:cNvSpPr>
          <p:nvPr>
            <p:ph type="ftr" sz="quarter" idx="11"/>
          </p:nvPr>
        </p:nvSpPr>
        <p:spPr/>
        <p:txBody>
          <a:bodyPr/>
          <a:lstStyle/>
          <a:p>
            <a:endParaRPr lang="en-TW"/>
          </a:p>
        </p:txBody>
      </p:sp>
      <p:sp>
        <p:nvSpPr>
          <p:cNvPr id="5" name="Slide Number Placeholder 4">
            <a:extLst>
              <a:ext uri="{FF2B5EF4-FFF2-40B4-BE49-F238E27FC236}">
                <a16:creationId xmlns:a16="http://schemas.microsoft.com/office/drawing/2014/main" id="{18340FEC-3C68-BE29-DC53-319015A306E0}"/>
              </a:ext>
            </a:extLst>
          </p:cNvPr>
          <p:cNvSpPr>
            <a:spLocks noGrp="1"/>
          </p:cNvSpPr>
          <p:nvPr>
            <p:ph type="sldNum" sz="quarter" idx="12"/>
          </p:nvPr>
        </p:nvSpPr>
        <p:spPr/>
        <p:txBody>
          <a:bodyPr/>
          <a:lstStyle/>
          <a:p>
            <a:fld id="{8893D88D-2710-864A-820D-4B8E19608D0D}" type="slidenum">
              <a:rPr lang="en-TW" smtClean="0"/>
              <a:t>‹#›</a:t>
            </a:fld>
            <a:endParaRPr lang="en-TW"/>
          </a:p>
        </p:txBody>
      </p:sp>
    </p:spTree>
    <p:extLst>
      <p:ext uri="{BB962C8B-B14F-4D97-AF65-F5344CB8AC3E}">
        <p14:creationId xmlns:p14="http://schemas.microsoft.com/office/powerpoint/2010/main" val="1080266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4471F6-20CE-13D0-CF10-ED3158EC10A7}"/>
              </a:ext>
            </a:extLst>
          </p:cNvPr>
          <p:cNvSpPr>
            <a:spLocks noGrp="1"/>
          </p:cNvSpPr>
          <p:nvPr>
            <p:ph type="dt" sz="half" idx="10"/>
          </p:nvPr>
        </p:nvSpPr>
        <p:spPr/>
        <p:txBody>
          <a:bodyPr/>
          <a:lstStyle/>
          <a:p>
            <a:fld id="{8D9D3AB4-D563-BA4B-8473-2CD30566D834}" type="datetimeFigureOut">
              <a:rPr lang="en-TW" smtClean="0"/>
              <a:t>2026/7/1</a:t>
            </a:fld>
            <a:endParaRPr lang="en-TW"/>
          </a:p>
        </p:txBody>
      </p:sp>
      <p:sp>
        <p:nvSpPr>
          <p:cNvPr id="3" name="Footer Placeholder 2">
            <a:extLst>
              <a:ext uri="{FF2B5EF4-FFF2-40B4-BE49-F238E27FC236}">
                <a16:creationId xmlns:a16="http://schemas.microsoft.com/office/drawing/2014/main" id="{356571BF-1693-489D-8E74-39E8C2C5CE54}"/>
              </a:ext>
            </a:extLst>
          </p:cNvPr>
          <p:cNvSpPr>
            <a:spLocks noGrp="1"/>
          </p:cNvSpPr>
          <p:nvPr>
            <p:ph type="ftr" sz="quarter" idx="11"/>
          </p:nvPr>
        </p:nvSpPr>
        <p:spPr/>
        <p:txBody>
          <a:bodyPr/>
          <a:lstStyle/>
          <a:p>
            <a:endParaRPr lang="en-TW"/>
          </a:p>
        </p:txBody>
      </p:sp>
      <p:sp>
        <p:nvSpPr>
          <p:cNvPr id="4" name="Slide Number Placeholder 3">
            <a:extLst>
              <a:ext uri="{FF2B5EF4-FFF2-40B4-BE49-F238E27FC236}">
                <a16:creationId xmlns:a16="http://schemas.microsoft.com/office/drawing/2014/main" id="{8BCEF164-3F16-DA2C-02E7-91FC72364793}"/>
              </a:ext>
            </a:extLst>
          </p:cNvPr>
          <p:cNvSpPr>
            <a:spLocks noGrp="1"/>
          </p:cNvSpPr>
          <p:nvPr>
            <p:ph type="sldNum" sz="quarter" idx="12"/>
          </p:nvPr>
        </p:nvSpPr>
        <p:spPr/>
        <p:txBody>
          <a:bodyPr/>
          <a:lstStyle/>
          <a:p>
            <a:fld id="{8893D88D-2710-864A-820D-4B8E19608D0D}" type="slidenum">
              <a:rPr lang="en-TW" smtClean="0"/>
              <a:t>‹#›</a:t>
            </a:fld>
            <a:endParaRPr lang="en-TW"/>
          </a:p>
        </p:txBody>
      </p:sp>
    </p:spTree>
    <p:extLst>
      <p:ext uri="{BB962C8B-B14F-4D97-AF65-F5344CB8AC3E}">
        <p14:creationId xmlns:p14="http://schemas.microsoft.com/office/powerpoint/2010/main" val="3613602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2327C-67C5-E9A4-1AA5-6FE6AFD96B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W"/>
          </a:p>
        </p:txBody>
      </p:sp>
      <p:sp>
        <p:nvSpPr>
          <p:cNvPr id="3" name="Content Placeholder 2">
            <a:extLst>
              <a:ext uri="{FF2B5EF4-FFF2-40B4-BE49-F238E27FC236}">
                <a16:creationId xmlns:a16="http://schemas.microsoft.com/office/drawing/2014/main" id="{39DB4D51-397C-4784-0901-CD475AFF39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Text Placeholder 3">
            <a:extLst>
              <a:ext uri="{FF2B5EF4-FFF2-40B4-BE49-F238E27FC236}">
                <a16:creationId xmlns:a16="http://schemas.microsoft.com/office/drawing/2014/main" id="{F66E9E4F-7BBB-1181-EE02-E0D3C29396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946043-09BC-6AFB-935D-95CDDEC09857}"/>
              </a:ext>
            </a:extLst>
          </p:cNvPr>
          <p:cNvSpPr>
            <a:spLocks noGrp="1"/>
          </p:cNvSpPr>
          <p:nvPr>
            <p:ph type="dt" sz="half" idx="10"/>
          </p:nvPr>
        </p:nvSpPr>
        <p:spPr/>
        <p:txBody>
          <a:bodyPr/>
          <a:lstStyle/>
          <a:p>
            <a:fld id="{8D9D3AB4-D563-BA4B-8473-2CD30566D834}" type="datetimeFigureOut">
              <a:rPr lang="en-TW" smtClean="0"/>
              <a:t>2026/7/1</a:t>
            </a:fld>
            <a:endParaRPr lang="en-TW"/>
          </a:p>
        </p:txBody>
      </p:sp>
      <p:sp>
        <p:nvSpPr>
          <p:cNvPr id="6" name="Footer Placeholder 5">
            <a:extLst>
              <a:ext uri="{FF2B5EF4-FFF2-40B4-BE49-F238E27FC236}">
                <a16:creationId xmlns:a16="http://schemas.microsoft.com/office/drawing/2014/main" id="{86540400-5DBB-6165-B449-14DCB4CD35A8}"/>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C77BF26D-FE23-8654-B6B7-2C3884407717}"/>
              </a:ext>
            </a:extLst>
          </p:cNvPr>
          <p:cNvSpPr>
            <a:spLocks noGrp="1"/>
          </p:cNvSpPr>
          <p:nvPr>
            <p:ph type="sldNum" sz="quarter" idx="12"/>
          </p:nvPr>
        </p:nvSpPr>
        <p:spPr/>
        <p:txBody>
          <a:bodyPr/>
          <a:lstStyle/>
          <a:p>
            <a:fld id="{8893D88D-2710-864A-820D-4B8E19608D0D}" type="slidenum">
              <a:rPr lang="en-TW" smtClean="0"/>
              <a:t>‹#›</a:t>
            </a:fld>
            <a:endParaRPr lang="en-TW"/>
          </a:p>
        </p:txBody>
      </p:sp>
    </p:spTree>
    <p:extLst>
      <p:ext uri="{BB962C8B-B14F-4D97-AF65-F5344CB8AC3E}">
        <p14:creationId xmlns:p14="http://schemas.microsoft.com/office/powerpoint/2010/main" val="1052897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88F9-3493-D90C-25AA-FB7D5110ED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W"/>
          </a:p>
        </p:txBody>
      </p:sp>
      <p:sp>
        <p:nvSpPr>
          <p:cNvPr id="3" name="Picture Placeholder 2">
            <a:extLst>
              <a:ext uri="{FF2B5EF4-FFF2-40B4-BE49-F238E27FC236}">
                <a16:creationId xmlns:a16="http://schemas.microsoft.com/office/drawing/2014/main" id="{77699327-3D20-D766-0406-469E75EEFB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W"/>
          </a:p>
        </p:txBody>
      </p:sp>
      <p:sp>
        <p:nvSpPr>
          <p:cNvPr id="4" name="Text Placeholder 3">
            <a:extLst>
              <a:ext uri="{FF2B5EF4-FFF2-40B4-BE49-F238E27FC236}">
                <a16:creationId xmlns:a16="http://schemas.microsoft.com/office/drawing/2014/main" id="{96C9D7E8-2CA8-9BD8-0322-DAA4CD8D43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9EA7A7-6E80-9D63-4FA9-B279E712CA77}"/>
              </a:ext>
            </a:extLst>
          </p:cNvPr>
          <p:cNvSpPr>
            <a:spLocks noGrp="1"/>
          </p:cNvSpPr>
          <p:nvPr>
            <p:ph type="dt" sz="half" idx="10"/>
          </p:nvPr>
        </p:nvSpPr>
        <p:spPr/>
        <p:txBody>
          <a:bodyPr/>
          <a:lstStyle/>
          <a:p>
            <a:fld id="{8D9D3AB4-D563-BA4B-8473-2CD30566D834}" type="datetimeFigureOut">
              <a:rPr lang="en-TW" smtClean="0"/>
              <a:t>2026/7/1</a:t>
            </a:fld>
            <a:endParaRPr lang="en-TW"/>
          </a:p>
        </p:txBody>
      </p:sp>
      <p:sp>
        <p:nvSpPr>
          <p:cNvPr id="6" name="Footer Placeholder 5">
            <a:extLst>
              <a:ext uri="{FF2B5EF4-FFF2-40B4-BE49-F238E27FC236}">
                <a16:creationId xmlns:a16="http://schemas.microsoft.com/office/drawing/2014/main" id="{90356D25-2C89-FEEF-11F5-8D1A6F03E6AB}"/>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B953A5CC-C59E-20ED-51B2-24A81201412A}"/>
              </a:ext>
            </a:extLst>
          </p:cNvPr>
          <p:cNvSpPr>
            <a:spLocks noGrp="1"/>
          </p:cNvSpPr>
          <p:nvPr>
            <p:ph type="sldNum" sz="quarter" idx="12"/>
          </p:nvPr>
        </p:nvSpPr>
        <p:spPr/>
        <p:txBody>
          <a:bodyPr/>
          <a:lstStyle/>
          <a:p>
            <a:fld id="{8893D88D-2710-864A-820D-4B8E19608D0D}" type="slidenum">
              <a:rPr lang="en-TW" smtClean="0"/>
              <a:t>‹#›</a:t>
            </a:fld>
            <a:endParaRPr lang="en-TW"/>
          </a:p>
        </p:txBody>
      </p:sp>
    </p:spTree>
    <p:extLst>
      <p:ext uri="{BB962C8B-B14F-4D97-AF65-F5344CB8AC3E}">
        <p14:creationId xmlns:p14="http://schemas.microsoft.com/office/powerpoint/2010/main" val="4069934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45AD7-7854-7D8E-0667-CAC22A0F6C07}"/>
              </a:ext>
            </a:extLst>
          </p:cNvPr>
          <p:cNvSpPr>
            <a:spLocks noGrp="1"/>
          </p:cNvSpPr>
          <p:nvPr>
            <p:ph type="title"/>
          </p:nvPr>
        </p:nvSpPr>
        <p:spPr/>
        <p:txBody>
          <a:bodyPr/>
          <a:lstStyle/>
          <a:p>
            <a:r>
              <a:rPr lang="en-US"/>
              <a:t>Click to edit Master title style</a:t>
            </a:r>
            <a:endParaRPr lang="en-TW"/>
          </a:p>
        </p:txBody>
      </p:sp>
      <p:sp>
        <p:nvSpPr>
          <p:cNvPr id="3" name="Vertical Text Placeholder 2">
            <a:extLst>
              <a:ext uri="{FF2B5EF4-FFF2-40B4-BE49-F238E27FC236}">
                <a16:creationId xmlns:a16="http://schemas.microsoft.com/office/drawing/2014/main" id="{A1AB1084-6FCF-0344-0878-3C565B6931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ED292C90-3F00-8AD8-E62F-7C47150067C0}"/>
              </a:ext>
            </a:extLst>
          </p:cNvPr>
          <p:cNvSpPr>
            <a:spLocks noGrp="1"/>
          </p:cNvSpPr>
          <p:nvPr>
            <p:ph type="dt" sz="half" idx="10"/>
          </p:nvPr>
        </p:nvSpPr>
        <p:spPr/>
        <p:txBody>
          <a:bodyPr/>
          <a:lstStyle/>
          <a:p>
            <a:fld id="{8D9D3AB4-D563-BA4B-8473-2CD30566D834}" type="datetimeFigureOut">
              <a:rPr lang="en-TW" smtClean="0"/>
              <a:t>2026/7/1</a:t>
            </a:fld>
            <a:endParaRPr lang="en-TW"/>
          </a:p>
        </p:txBody>
      </p:sp>
      <p:sp>
        <p:nvSpPr>
          <p:cNvPr id="5" name="Footer Placeholder 4">
            <a:extLst>
              <a:ext uri="{FF2B5EF4-FFF2-40B4-BE49-F238E27FC236}">
                <a16:creationId xmlns:a16="http://schemas.microsoft.com/office/drawing/2014/main" id="{72FA6A95-3984-2B37-CEF0-3535E725D144}"/>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03351C55-9C02-04E1-A3C1-76B35823D03A}"/>
              </a:ext>
            </a:extLst>
          </p:cNvPr>
          <p:cNvSpPr>
            <a:spLocks noGrp="1"/>
          </p:cNvSpPr>
          <p:nvPr>
            <p:ph type="sldNum" sz="quarter" idx="12"/>
          </p:nvPr>
        </p:nvSpPr>
        <p:spPr/>
        <p:txBody>
          <a:bodyPr/>
          <a:lstStyle/>
          <a:p>
            <a:fld id="{8893D88D-2710-864A-820D-4B8E19608D0D}" type="slidenum">
              <a:rPr lang="en-TW" smtClean="0"/>
              <a:t>‹#›</a:t>
            </a:fld>
            <a:endParaRPr lang="en-TW"/>
          </a:p>
        </p:txBody>
      </p:sp>
    </p:spTree>
    <p:extLst>
      <p:ext uri="{BB962C8B-B14F-4D97-AF65-F5344CB8AC3E}">
        <p14:creationId xmlns:p14="http://schemas.microsoft.com/office/powerpoint/2010/main" val="789833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C4CD48-89E6-E09F-8C85-1BE5568127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W"/>
          </a:p>
        </p:txBody>
      </p:sp>
      <p:sp>
        <p:nvSpPr>
          <p:cNvPr id="3" name="Vertical Text Placeholder 2">
            <a:extLst>
              <a:ext uri="{FF2B5EF4-FFF2-40B4-BE49-F238E27FC236}">
                <a16:creationId xmlns:a16="http://schemas.microsoft.com/office/drawing/2014/main" id="{8CD6CF91-4E4E-2E63-1928-B3881F089E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6B0722D7-EC1C-62E9-D43D-6370E53D8CEA}"/>
              </a:ext>
            </a:extLst>
          </p:cNvPr>
          <p:cNvSpPr>
            <a:spLocks noGrp="1"/>
          </p:cNvSpPr>
          <p:nvPr>
            <p:ph type="dt" sz="half" idx="10"/>
          </p:nvPr>
        </p:nvSpPr>
        <p:spPr/>
        <p:txBody>
          <a:bodyPr/>
          <a:lstStyle/>
          <a:p>
            <a:fld id="{8D9D3AB4-D563-BA4B-8473-2CD30566D834}" type="datetimeFigureOut">
              <a:rPr lang="en-TW" smtClean="0"/>
              <a:t>2026/7/1</a:t>
            </a:fld>
            <a:endParaRPr lang="en-TW"/>
          </a:p>
        </p:txBody>
      </p:sp>
      <p:sp>
        <p:nvSpPr>
          <p:cNvPr id="5" name="Footer Placeholder 4">
            <a:extLst>
              <a:ext uri="{FF2B5EF4-FFF2-40B4-BE49-F238E27FC236}">
                <a16:creationId xmlns:a16="http://schemas.microsoft.com/office/drawing/2014/main" id="{E89806FD-9AD2-165D-8883-2AD81A132DDD}"/>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1AF525A9-97CB-AD96-E67C-CA08D762F9F6}"/>
              </a:ext>
            </a:extLst>
          </p:cNvPr>
          <p:cNvSpPr>
            <a:spLocks noGrp="1"/>
          </p:cNvSpPr>
          <p:nvPr>
            <p:ph type="sldNum" sz="quarter" idx="12"/>
          </p:nvPr>
        </p:nvSpPr>
        <p:spPr/>
        <p:txBody>
          <a:bodyPr/>
          <a:lstStyle/>
          <a:p>
            <a:fld id="{8893D88D-2710-864A-820D-4B8E19608D0D}" type="slidenum">
              <a:rPr lang="en-TW" smtClean="0"/>
              <a:t>‹#›</a:t>
            </a:fld>
            <a:endParaRPr lang="en-TW"/>
          </a:p>
        </p:txBody>
      </p:sp>
    </p:spTree>
    <p:extLst>
      <p:ext uri="{BB962C8B-B14F-4D97-AF65-F5344CB8AC3E}">
        <p14:creationId xmlns:p14="http://schemas.microsoft.com/office/powerpoint/2010/main" val="3489718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5A8428-7769-4B3E-2EE6-22DBE4C46B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W"/>
          </a:p>
        </p:txBody>
      </p:sp>
      <p:sp>
        <p:nvSpPr>
          <p:cNvPr id="3" name="Text Placeholder 2">
            <a:extLst>
              <a:ext uri="{FF2B5EF4-FFF2-40B4-BE49-F238E27FC236}">
                <a16:creationId xmlns:a16="http://schemas.microsoft.com/office/drawing/2014/main" id="{AD476EE6-02C3-4CE5-789F-975B847902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846C2AEB-0EB9-D347-3C73-A837389DA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9D3AB4-D563-BA4B-8473-2CD30566D834}" type="datetimeFigureOut">
              <a:rPr lang="en-TW" smtClean="0"/>
              <a:t>2026/7/1</a:t>
            </a:fld>
            <a:endParaRPr lang="en-TW"/>
          </a:p>
        </p:txBody>
      </p:sp>
      <p:sp>
        <p:nvSpPr>
          <p:cNvPr id="5" name="Footer Placeholder 4">
            <a:extLst>
              <a:ext uri="{FF2B5EF4-FFF2-40B4-BE49-F238E27FC236}">
                <a16:creationId xmlns:a16="http://schemas.microsoft.com/office/drawing/2014/main" id="{C4D1F68B-2265-1813-27AA-B09FB45CC2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W"/>
          </a:p>
        </p:txBody>
      </p:sp>
      <p:sp>
        <p:nvSpPr>
          <p:cNvPr id="6" name="Slide Number Placeholder 5">
            <a:extLst>
              <a:ext uri="{FF2B5EF4-FFF2-40B4-BE49-F238E27FC236}">
                <a16:creationId xmlns:a16="http://schemas.microsoft.com/office/drawing/2014/main" id="{A5956CF3-7B62-7245-7EA3-B5E494D61F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93D88D-2710-864A-820D-4B8E19608D0D}" type="slidenum">
              <a:rPr lang="en-TW" smtClean="0"/>
              <a:t>‹#›</a:t>
            </a:fld>
            <a:endParaRPr lang="en-TW"/>
          </a:p>
        </p:txBody>
      </p:sp>
    </p:spTree>
    <p:extLst>
      <p:ext uri="{BB962C8B-B14F-4D97-AF65-F5344CB8AC3E}">
        <p14:creationId xmlns:p14="http://schemas.microsoft.com/office/powerpoint/2010/main" val="17922494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microsoft.com/office/2007/relationships/hdphoto" Target="../media/hdphoto4.wdp"/><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customXml" Target="../ink/ink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35CB28F-1DAD-E67B-7B9F-60831A363DC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backgroundMark x1="83301" y1="33887" x2="83301" y2="33887"/>
                        <a14:backgroundMark x1="83105" y1="41602" x2="83105" y2="41602"/>
                      </a14:backgroundRemoval>
                    </a14:imgEffect>
                  </a14:imgLayer>
                </a14:imgProps>
              </a:ext>
            </a:extLst>
          </a:blip>
          <a:stretch>
            <a:fillRect/>
          </a:stretch>
        </p:blipFill>
        <p:spPr>
          <a:xfrm>
            <a:off x="8465879" y="788543"/>
            <a:ext cx="3726121" cy="3726121"/>
          </a:xfrm>
          <a:prstGeom prst="rect">
            <a:avLst/>
          </a:prstGeom>
        </p:spPr>
      </p:pic>
      <p:pic>
        <p:nvPicPr>
          <p:cNvPr id="12" name="Picture 11" descr="A cartoon of a treasure chest&#10;&#10;Description automatically generated">
            <a:extLst>
              <a:ext uri="{FF2B5EF4-FFF2-40B4-BE49-F238E27FC236}">
                <a16:creationId xmlns:a16="http://schemas.microsoft.com/office/drawing/2014/main" id="{EC554A00-B532-1F5D-C0E7-5C37EE324C5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61" b="89844" l="1074" r="96387">
                        <a14:foregroundMark x1="44922" y1="14551" x2="44922" y2="14551"/>
                        <a14:foregroundMark x1="85059" y1="25195" x2="85059" y2="25195"/>
                        <a14:foregroundMark x1="85059" y1="42871" x2="91113" y2="49316"/>
                        <a14:foregroundMark x1="91113" y1="49316" x2="93750" y2="57422"/>
                        <a14:foregroundMark x1="93750" y1="57422" x2="92480" y2="61523"/>
                        <a14:foregroundMark x1="95215" y1="49609" x2="96387" y2="56641"/>
                        <a14:foregroundMark x1="94434" y1="47461" x2="94434" y2="47461"/>
                        <a14:foregroundMark x1="7227" y1="46680" x2="4785" y2="56055"/>
                        <a14:foregroundMark x1="4785" y1="56055" x2="12109" y2="54590"/>
                        <a14:foregroundMark x1="12109" y1="54590" x2="8398" y2="47852"/>
                        <a14:foregroundMark x1="8398" y1="47852" x2="4297" y2="48242"/>
                        <a14:foregroundMark x1="11035" y1="69727" x2="11035" y2="69727"/>
                        <a14:foregroundMark x1="14453" y1="71484" x2="14453" y2="71484"/>
                        <a14:foregroundMark x1="16797" y1="72363" x2="16797" y2="72363"/>
                        <a14:foregroundMark x1="16797" y1="72461" x2="16797" y2="72461"/>
                        <a14:foregroundMark x1="16797" y1="72461" x2="16797" y2="72461"/>
                        <a14:foregroundMark x1="16797" y1="72461" x2="16797" y2="72461"/>
                        <a14:foregroundMark x1="16797" y1="72461" x2="16797" y2="72461"/>
                        <a14:foregroundMark x1="16797" y1="72461" x2="16797" y2="72461"/>
                        <a14:foregroundMark x1="18359" y1="72656" x2="18359" y2="72656"/>
                        <a14:foregroundMark x1="18359" y1="72656" x2="18359" y2="72656"/>
                        <a14:foregroundMark x1="18359" y1="72656" x2="18359" y2="72656"/>
                        <a14:foregroundMark x1="18359" y1="72656" x2="18359" y2="72656"/>
                        <a14:foregroundMark x1="18750" y1="72656" x2="26172" y2="72656"/>
                        <a14:foregroundMark x1="26172" y1="72656" x2="27832" y2="74902"/>
                        <a14:foregroundMark x1="27734" y1="75293" x2="58105" y2="78418"/>
                        <a14:foregroundMark x1="43750" y1="78516" x2="43750" y2="78516"/>
                        <a14:foregroundMark x1="85449" y1="26172" x2="85449" y2="26172"/>
                        <a14:foregroundMark x1="85449" y1="26172" x2="87695" y2="34082"/>
                        <a14:foregroundMark x1="87695" y1="34082" x2="84277" y2="40723"/>
                        <a14:foregroundMark x1="84277" y1="40723" x2="87891" y2="45020"/>
                        <a14:foregroundMark x1="25781" y1="28809" x2="25781" y2="28809"/>
                        <a14:foregroundMark x1="27051" y1="28516" x2="26074" y2="27539"/>
                        <a14:foregroundMark x1="25781" y1="28320" x2="26270" y2="31250"/>
                        <a14:foregroundMark x1="23145" y1="40430" x2="20996" y2="40918"/>
                        <a14:foregroundMark x1="17090" y1="39453" x2="3516" y2="46387"/>
                        <a14:foregroundMark x1="3516" y1="46387" x2="1074" y2="51563"/>
                        <a14:backgroundMark x1="37695" y1="24707" x2="37695" y2="24707"/>
                        <a14:backgroundMark x1="37207" y1="25684" x2="37207" y2="25684"/>
                        <a14:backgroundMark x1="37207" y1="25684" x2="29688" y2="26953"/>
                        <a14:backgroundMark x1="24323" y1="29674" x2="22949" y2="30371"/>
                        <a14:backgroundMark x1="29688" y1="26953" x2="27428" y2="28100"/>
                        <a14:backgroundMark x1="22949" y1="30371" x2="23438" y2="36719"/>
                        <a14:backgroundMark x1="35254" y1="31641" x2="35742" y2="31641"/>
                        <a14:backgroundMark x1="38477" y1="26855" x2="36816" y2="32227"/>
                        <a14:backgroundMark x1="27246" y1="75781" x2="27246" y2="75781"/>
                        <a14:backgroundMark x1="27344" y1="75781" x2="27344" y2="75781"/>
                        <a14:backgroundMark x1="27832" y1="76074" x2="26367" y2="75586"/>
                        <a14:backgroundMark x1="27734" y1="75781" x2="27734" y2="75781"/>
                        <a14:backgroundMark x1="27344" y1="75293" x2="27246" y2="76074"/>
                        <a14:backgroundMark x1="27832" y1="75586" x2="27832" y2="75586"/>
                        <a14:backgroundMark x1="27344" y1="75781" x2="27344" y2="75781"/>
                        <a14:backgroundMark x1="27344" y1="75781" x2="27344" y2="75781"/>
                      </a14:backgroundRemoval>
                    </a14:imgEffect>
                  </a14:imgLayer>
                </a14:imgProps>
              </a:ext>
            </a:extLst>
          </a:blip>
          <a:stretch>
            <a:fillRect/>
          </a:stretch>
        </p:blipFill>
        <p:spPr>
          <a:xfrm>
            <a:off x="2844800" y="177800"/>
            <a:ext cx="6502400" cy="6502400"/>
          </a:xfrm>
          <a:prstGeom prst="rect">
            <a:avLst/>
          </a:prstGeom>
        </p:spPr>
      </p:pic>
      <p:pic>
        <p:nvPicPr>
          <p:cNvPr id="13" name="Picture 12">
            <a:extLst>
              <a:ext uri="{FF2B5EF4-FFF2-40B4-BE49-F238E27FC236}">
                <a16:creationId xmlns:a16="http://schemas.microsoft.com/office/drawing/2014/main" id="{9D31C27B-F8DD-5844-745B-FF30202324D3}"/>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594" b="99609" l="2650" r="96173">
                        <a14:foregroundMark x1="91364" y1="59180" x2="91364" y2="59180"/>
                        <a14:foregroundMark x1="91168" y1="62793" x2="91168" y2="62793"/>
                        <a14:foregroundMark x1="92444" y1="56152" x2="92444" y2="56152"/>
                        <a14:foregroundMark x1="91757" y1="46582" x2="91757" y2="46582"/>
                        <a14:foregroundMark x1="88813" y1="37305" x2="88813" y2="37305"/>
                        <a14:foregroundMark x1="85378" y1="27148" x2="85378" y2="27148"/>
                        <a14:foregroundMark x1="85378" y1="20215" x2="85378" y2="20215"/>
                        <a14:foregroundMark x1="76546" y1="16016" x2="76546" y2="16016"/>
                        <a14:foregroundMark x1="76447" y1="8984" x2="76447" y2="8984"/>
                        <a14:foregroundMark x1="66634" y1="8691" x2="66634" y2="8691"/>
                        <a14:foregroundMark x1="53876" y1="11426" x2="53876" y2="11426"/>
                        <a14:foregroundMark x1="7360" y1="27832" x2="7360" y2="27832"/>
                        <a14:foregroundMark x1="8636" y1="44238" x2="8636" y2="44238"/>
                        <a14:foregroundMark x1="5299" y1="55664" x2="5299" y2="55664"/>
                        <a14:foregroundMark x1="4416" y1="61328" x2="4416" y2="61328"/>
                        <a14:foregroundMark x1="92051" y1="74414" x2="92051" y2="74414"/>
                        <a14:foregroundMark x1="81649" y1="83105" x2="81649" y2="83105"/>
                        <a14:foregroundMark x1="60844" y1="91504" x2="60844" y2="91504"/>
                        <a14:foregroundMark x1="38862" y1="94141" x2="38862" y2="94141"/>
                        <a14:foregroundMark x1="26889" y1="88574" x2="26889" y2="88574"/>
                        <a14:foregroundMark x1="47007" y1="93848" x2="47007" y2="93848"/>
                        <a14:foregroundMark x1="55839" y1="93359" x2="55839" y2="93359"/>
                        <a14:foregroundMark x1="43965" y1="95117" x2="43965" y2="95117"/>
                        <a14:foregroundMark x1="37782" y1="92676" x2="37782" y2="92676"/>
                        <a14:foregroundMark x1="45829" y1="93262" x2="45829" y2="93262"/>
                        <a14:foregroundMark x1="95388" y1="57617" x2="95388" y2="57617"/>
                        <a14:foregroundMark x1="95388" y1="57617" x2="95388" y2="57617"/>
                        <a14:foregroundMark x1="95388" y1="57617" x2="95388" y2="57617"/>
                        <a14:foregroundMark x1="96173" y1="45410" x2="96173" y2="45410"/>
                        <a14:foregroundMark x1="96173" y1="45410" x2="96173" y2="45410"/>
                        <a14:foregroundMark x1="96173" y1="45410" x2="96173" y2="45410"/>
                        <a14:foregroundMark x1="3631" y1="28027" x2="3631" y2="28027"/>
                        <a14:foregroundMark x1="3631" y1="28027" x2="3631" y2="28027"/>
                        <a14:foregroundMark x1="3631" y1="28027" x2="3631" y2="28027"/>
                        <a14:foregroundMark x1="2650" y1="44922" x2="2650" y2="44922"/>
                        <a14:foregroundMark x1="2650" y1="44922" x2="2650" y2="44922"/>
                        <a14:foregroundMark x1="2650" y1="44922" x2="2650" y2="44922"/>
                        <a14:foregroundMark x1="51227" y1="99609" x2="51227" y2="99609"/>
                        <a14:foregroundMark x1="51227" y1="99609" x2="51227" y2="99609"/>
                        <a14:foregroundMark x1="51227" y1="99609" x2="51227" y2="99609"/>
                        <a14:foregroundMark x1="64181" y1="97559" x2="64181" y2="97559"/>
                        <a14:foregroundMark x1="64181" y1="97559" x2="64181" y2="97559"/>
                        <a14:foregroundMark x1="64181" y1="97559" x2="64181" y2="97559"/>
                        <a14:foregroundMark x1="63886" y1="98145" x2="63886" y2="98145"/>
                        <a14:foregroundMark x1="63886" y1="98145" x2="63886" y2="98145"/>
                        <a14:foregroundMark x1="63886" y1="98145" x2="63886" y2="98145"/>
                        <a14:foregroundMark x1="65751" y1="97559" x2="65751" y2="97559"/>
                        <a14:foregroundMark x1="65751" y1="97559" x2="65751" y2="97559"/>
                        <a14:foregroundMark x1="65751" y1="97559" x2="65751" y2="97559"/>
                        <a14:foregroundMark x1="67517" y1="96875" x2="67517" y2="96875"/>
                        <a14:foregroundMark x1="67517" y1="96875" x2="67517" y2="96875"/>
                        <a14:foregroundMark x1="67517" y1="96875" x2="67517" y2="96875"/>
                        <a14:foregroundMark x1="70756" y1="95117" x2="70756" y2="95117"/>
                        <a14:foregroundMark x1="70756" y1="95117" x2="70756" y2="95117"/>
                        <a14:foregroundMark x1="70756" y1="95117" x2="70756" y2="95117"/>
                        <a14:foregroundMark x1="92934" y1="74219" x2="92934" y2="74219"/>
                        <a14:foregroundMark x1="92934" y1="74219" x2="92934" y2="74219"/>
                        <a14:foregroundMark x1="92934" y1="74219" x2="92934" y2="74219"/>
                        <a14:foregroundMark x1="92934" y1="74512" x2="92934" y2="74512"/>
                        <a14:foregroundMark x1="92738" y1="74512" x2="92738" y2="74512"/>
                        <a14:foregroundMark x1="92738" y1="74512" x2="92738" y2="74512"/>
                        <a14:foregroundMark x1="92738" y1="74512" x2="92738" y2="74512"/>
                        <a14:foregroundMark x1="92738" y1="74512" x2="92738" y2="74512"/>
                        <a14:foregroundMark x1="92738" y1="74512" x2="92738" y2="74512"/>
                        <a14:foregroundMark x1="92738" y1="74512" x2="92738" y2="74512"/>
                        <a14:foregroundMark x1="92738" y1="74512" x2="92738" y2="74512"/>
                        <a14:foregroundMark x1="92738" y1="74512" x2="92738" y2="74512"/>
                        <a14:foregroundMark x1="92738" y1="74512" x2="92738" y2="74512"/>
                        <a14:foregroundMark x1="93327" y1="74414" x2="93327" y2="74414"/>
                        <a14:foregroundMark x1="93523" y1="73828" x2="93523" y2="73828"/>
                        <a14:foregroundMark x1="79195" y1="90625" x2="79195" y2="90625"/>
                        <a14:foregroundMark x1="79195" y1="90625" x2="79195" y2="90625"/>
                        <a14:backgroundMark x1="57213" y1="12793" x2="57213" y2="12793"/>
                        <a14:backgroundMark x1="64769" y1="12598" x2="64769" y2="12598"/>
                        <a14:backgroundMark x1="14917" y1="20703" x2="14917" y2="20703"/>
                        <a14:backgroundMark x1="79195" y1="26660" x2="79195" y2="26660"/>
                        <a14:backgroundMark x1="85770" y1="25781" x2="85770" y2="25781"/>
                      </a14:backgroundRemoval>
                    </a14:imgEffect>
                  </a14:imgLayer>
                </a14:imgProps>
              </a:ext>
            </a:extLst>
          </a:blip>
          <a:stretch>
            <a:fillRect/>
          </a:stretch>
        </p:blipFill>
        <p:spPr>
          <a:xfrm>
            <a:off x="733392" y="0"/>
            <a:ext cx="3515640" cy="3536361"/>
          </a:xfrm>
          <a:prstGeom prst="rect">
            <a:avLst/>
          </a:prstGeom>
        </p:spPr>
      </p:pic>
    </p:spTree>
    <p:extLst>
      <p:ext uri="{BB962C8B-B14F-4D97-AF65-F5344CB8AC3E}">
        <p14:creationId xmlns:p14="http://schemas.microsoft.com/office/powerpoint/2010/main" val="3745688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3E6ABF2-10D2-DEBF-0E4F-BB95B3AB1334}"/>
              </a:ext>
            </a:extLst>
          </p:cNvPr>
          <p:cNvGrpSpPr/>
          <p:nvPr/>
        </p:nvGrpSpPr>
        <p:grpSpPr>
          <a:xfrm>
            <a:off x="1191077" y="-74969"/>
            <a:ext cx="9547920" cy="6442920"/>
            <a:chOff x="1191077" y="-74969"/>
            <a:chExt cx="9547920" cy="644292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6C849A9-A988-1045-B9F3-DB0EAF158903}"/>
                    </a:ext>
                  </a:extLst>
                </p14:cNvPr>
                <p14:cNvContentPartPr/>
                <p14:nvPr/>
              </p14:nvContentPartPr>
              <p14:xfrm>
                <a:off x="1191077" y="-74969"/>
                <a:ext cx="9547920" cy="6442920"/>
              </p14:xfrm>
            </p:contentPart>
          </mc:Choice>
          <mc:Fallback>
            <p:pic>
              <p:nvPicPr>
                <p:cNvPr id="4" name="Ink 3">
                  <a:extLst>
                    <a:ext uri="{FF2B5EF4-FFF2-40B4-BE49-F238E27FC236}">
                      <a16:creationId xmlns:a16="http://schemas.microsoft.com/office/drawing/2014/main" id="{96C849A9-A988-1045-B9F3-DB0EAF158903}"/>
                    </a:ext>
                  </a:extLst>
                </p:cNvPr>
                <p:cNvPicPr/>
                <p:nvPr/>
              </p:nvPicPr>
              <p:blipFill>
                <a:blip r:embed="rId3"/>
                <a:stretch>
                  <a:fillRect/>
                </a:stretch>
              </p:blipFill>
              <p:spPr>
                <a:xfrm>
                  <a:off x="1184957" y="-81089"/>
                  <a:ext cx="9560160" cy="64551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27E80202-66D2-1E70-3C99-F416B50C019B}"/>
                    </a:ext>
                  </a:extLst>
                </p14:cNvPr>
                <p14:cNvContentPartPr/>
                <p14:nvPr/>
              </p14:nvContentPartPr>
              <p14:xfrm>
                <a:off x="5544917" y="4638151"/>
                <a:ext cx="360" cy="360"/>
              </p14:xfrm>
            </p:contentPart>
          </mc:Choice>
          <mc:Fallback>
            <p:pic>
              <p:nvPicPr>
                <p:cNvPr id="5" name="Ink 4">
                  <a:extLst>
                    <a:ext uri="{FF2B5EF4-FFF2-40B4-BE49-F238E27FC236}">
                      <a16:creationId xmlns:a16="http://schemas.microsoft.com/office/drawing/2014/main" id="{27E80202-66D2-1E70-3C99-F416B50C019B}"/>
                    </a:ext>
                  </a:extLst>
                </p:cNvPr>
                <p:cNvPicPr/>
                <p:nvPr/>
              </p:nvPicPr>
              <p:blipFill>
                <a:blip r:embed="rId5"/>
                <a:stretch>
                  <a:fillRect/>
                </a:stretch>
              </p:blipFill>
              <p:spPr>
                <a:xfrm>
                  <a:off x="5538797" y="4632031"/>
                  <a:ext cx="12600" cy="12600"/>
                </a:xfrm>
                <a:prstGeom prst="rect">
                  <a:avLst/>
                </a:prstGeom>
              </p:spPr>
            </p:pic>
          </mc:Fallback>
        </mc:AlternateContent>
      </p:grpSp>
      <p:sp>
        <p:nvSpPr>
          <p:cNvPr id="9" name="AutoShape 2" descr="Based on &lt;IMAGE_0&gt;, the scene is transformed into a clean, minimalist sticker design focused solely on the large, central cloud of swirling white fog. All other elements, including the entire red ground plane, the pine trees, the rock cave, the kappa heads in the water, and the pudding dog head, have been removed. The cloud, with its delicate, detailed internal line art and soft white shading, remains perfectly intact. The distinct, thick, die-cut style warm cream-colored border, which traces the irregular contour of the original overall sticker shape in &lt;IMAGE_0&gt;, now directly traces the irregular, billowing perimeter of the cloud itself, without the protrusions of the ground or other elements. The background outside of this warm die-cut cream border is solid, clean black. The cloud appears centralized and prominent, with the entire ground area previously occupied by other elements now clean black. The delicate line quality is preserved, and the overall impression is a focused, high-quality sticker of the fog cloud., AI generated">
            <a:extLst>
              <a:ext uri="{FF2B5EF4-FFF2-40B4-BE49-F238E27FC236}">
                <a16:creationId xmlns:a16="http://schemas.microsoft.com/office/drawing/2014/main" id="{9E1780F6-EBB0-B8E8-2A86-2C826A24219D}"/>
              </a:ext>
            </a:extLst>
          </p:cNvPr>
          <p:cNvSpPr>
            <a:spLocks noChangeAspect="1" noChangeArrowheads="1"/>
          </p:cNvSpPr>
          <p:nvPr/>
        </p:nvSpPr>
        <p:spPr bwMode="auto">
          <a:xfrm>
            <a:off x="5943600" y="3276600"/>
            <a:ext cx="2965044" cy="29650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TW"/>
          </a:p>
        </p:txBody>
      </p:sp>
      <p:sp>
        <p:nvSpPr>
          <p:cNvPr id="10" name="AutoShape 4" descr="Based on &lt;IMAGE_0&gt;, the scene is transformed into a clean, minimalist sticker design focused solely on the large, central cloud of swirling white fog. All other elements, including the entire red ground plane, the pine trees, the rock cave, the kappa heads in the water, and the pudding dog head, have been removed. The cloud, with its delicate, detailed internal line art and soft white shading, remains perfectly intact. The distinct, thick, die-cut style warm cream-colored border, which traces the irregular contour of the original overall sticker shape in &lt;IMAGE_0&gt;, now directly traces the irregular, billowing perimeter of the cloud itself, without the protrusions of the ground or other elements. The background outside of this warm die-cut cream border is solid, clean black. The cloud appears centralized and prominent, with the entire ground area previously occupied by other elements now clean black. The delicate line quality is preserved, and the overall impression is a focused, high-quality sticker of the fog cloud., AI generated (由 AI 生成)">
            <a:extLst>
              <a:ext uri="{FF2B5EF4-FFF2-40B4-BE49-F238E27FC236}">
                <a16:creationId xmlns:a16="http://schemas.microsoft.com/office/drawing/2014/main" id="{1D67FF3E-B49C-A459-449F-2FBAF027686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TW"/>
          </a:p>
        </p:txBody>
      </p:sp>
      <p:pic>
        <p:nvPicPr>
          <p:cNvPr id="17" name="Picture 16">
            <a:extLst>
              <a:ext uri="{FF2B5EF4-FFF2-40B4-BE49-F238E27FC236}">
                <a16:creationId xmlns:a16="http://schemas.microsoft.com/office/drawing/2014/main" id="{19A82143-6AA7-10FE-C0AE-3904587AD72F}"/>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398" b="89844" l="4318" r="94603">
                        <a14:foregroundMark x1="66340" y1="13965" x2="73896" y2="14160"/>
                        <a14:foregroundMark x1="73896" y1="14160" x2="73994" y2="14063"/>
                        <a14:foregroundMark x1="90481" y1="56543" x2="92345" y2="63965"/>
                        <a14:foregroundMark x1="92345" y1="63965" x2="84495" y2="70117"/>
                        <a14:foregroundMark x1="84495" y1="70117" x2="83023" y2="70508"/>
                        <a14:foregroundMark x1="8440" y1="59473" x2="7262" y2="67090"/>
                        <a14:foregroundMark x1="7262" y1="67090" x2="11187" y2="60645"/>
                        <a14:foregroundMark x1="11187" y1="60645" x2="10206" y2="60742"/>
                        <a14:foregroundMark x1="74877" y1="81738" x2="74877" y2="81738"/>
                        <a14:foregroundMark x1="74877" y1="81738" x2="74877" y2="81738"/>
                        <a14:foregroundMark x1="74877" y1="81738" x2="74877" y2="81738"/>
                        <a14:foregroundMark x1="74877" y1="81738" x2="74877" y2="81738"/>
                        <a14:foregroundMark x1="74877" y1="81738" x2="74877" y2="81738"/>
                        <a14:foregroundMark x1="74877" y1="81738" x2="74877" y2="81738"/>
                        <a14:foregroundMark x1="74877" y1="81738" x2="74877" y2="81738"/>
                        <a14:foregroundMark x1="74877" y1="81738" x2="74877" y2="81738"/>
                        <a14:foregroundMark x1="70461" y1="82324" x2="70461" y2="82324"/>
                        <a14:foregroundMark x1="70461" y1="82324" x2="70461" y2="82324"/>
                        <a14:foregroundMark x1="70461" y1="82324" x2="70461" y2="82324"/>
                        <a14:foregroundMark x1="70167" y1="82617" x2="70167" y2="82617"/>
                        <a14:foregroundMark x1="72228" y1="82910" x2="65358" y2="86914"/>
                        <a14:foregroundMark x1="65358" y1="86914" x2="61825" y2="86719"/>
                        <a14:foregroundMark x1="56919" y1="88477" x2="56919" y2="88477"/>
                        <a14:foregroundMark x1="56919" y1="88477" x2="32287" y2="86719"/>
                        <a14:foregroundMark x1="32287" y1="86719" x2="26497" y2="81348"/>
                        <a14:foregroundMark x1="26497" y1="81348" x2="24828" y2="80664"/>
                        <a14:foregroundMark x1="23553" y1="81348" x2="16389" y2="78613"/>
                        <a14:foregroundMark x1="16389" y1="78613" x2="6281" y2="66602"/>
                        <a14:foregroundMark x1="6281" y1="66602" x2="5692" y2="63965"/>
                        <a14:foregroundMark x1="4514" y1="60742" x2="15015" y2="45410"/>
                        <a14:foregroundMark x1="15015" y1="45410" x2="22571" y2="40430"/>
                        <a14:foregroundMark x1="22571" y1="40430" x2="48970" y2="35449"/>
                        <a14:foregroundMark x1="48970" y1="35449" x2="68891" y2="20898"/>
                        <a14:foregroundMark x1="65358" y1="38281" x2="80177" y2="43359"/>
                        <a14:foregroundMark x1="80177" y1="43359" x2="91070" y2="54980"/>
                        <a14:foregroundMark x1="91070" y1="54980" x2="92640" y2="62891"/>
                        <a14:foregroundMark x1="92640" y1="62891" x2="89794" y2="71582"/>
                        <a14:foregroundMark x1="89794" y1="71582" x2="84593" y2="78027"/>
                        <a14:foregroundMark x1="84593" y1="78027" x2="79097" y2="82031"/>
                        <a14:foregroundMark x1="86457" y1="76758" x2="94603" y2="61816"/>
                        <a14:foregroundMark x1="94603" y1="61816" x2="92149" y2="54590"/>
                        <a14:foregroundMark x1="92149" y1="54590" x2="87341" y2="47754"/>
                        <a14:foregroundMark x1="87341" y1="47754" x2="81649" y2="46387"/>
                        <a14:foregroundMark x1="72620" y1="17871" x2="64181" y2="24414"/>
                        <a14:foregroundMark x1="64181" y1="24414" x2="63199" y2="24805"/>
                        <a14:foregroundMark x1="71639" y1="25391" x2="71639" y2="25391"/>
                        <a14:foregroundMark x1="71639" y1="25391" x2="75957" y2="31641"/>
                        <a14:foregroundMark x1="75957" y1="31641" x2="69185" y2="28320"/>
                        <a14:foregroundMark x1="69185" y1="28320" x2="66830" y2="35547"/>
                        <a14:foregroundMark x1="66830" y1="35547" x2="64769" y2="37402"/>
                        <a14:foregroundMark x1="45829" y1="33105" x2="48381" y2="24902"/>
                        <a14:foregroundMark x1="48381" y1="24902" x2="42198" y2="20801"/>
                        <a14:foregroundMark x1="42198" y1="20801" x2="48283" y2="15527"/>
                        <a14:foregroundMark x1="48283" y1="15527" x2="51227" y2="8398"/>
                        <a14:foregroundMark x1="51227" y1="8398" x2="65064" y2="14648"/>
                        <a14:foregroundMark x1="73405" y1="15137" x2="73798" y2="22949"/>
                        <a14:foregroundMark x1="73798" y1="22949" x2="76938" y2="29688"/>
                        <a14:foregroundMark x1="76938" y1="29688" x2="72228" y2="30469"/>
                        <a14:foregroundMark x1="73700" y1="20020" x2="72522" y2="13965"/>
                        <a14:foregroundMark x1="73994" y1="14551" x2="72522" y2="19434"/>
                        <a14:foregroundMark x1="73798" y1="13965" x2="76546" y2="20996"/>
                        <a14:foregroundMark x1="76546" y1="20996" x2="73209" y2="20898"/>
                        <a14:foregroundMark x1="63297" y1="12500" x2="59568" y2="12012"/>
                        <a14:foregroundMark x1="40824" y1="20898" x2="45044" y2="23047"/>
                        <a14:foregroundMark x1="40137" y1="21582" x2="43474" y2="19434"/>
                        <a14:foregroundMark x1="45339" y1="24121" x2="41021" y2="26074"/>
                        <a14:foregroundMark x1="71639" y1="30469" x2="71639" y2="32031"/>
                      </a14:backgroundRemoval>
                    </a14:imgEffect>
                  </a14:imgLayer>
                </a14:imgProps>
              </a:ext>
            </a:extLst>
          </a:blip>
          <a:stretch>
            <a:fillRect/>
          </a:stretch>
        </p:blipFill>
        <p:spPr>
          <a:xfrm>
            <a:off x="2863850" y="177800"/>
            <a:ext cx="6464300" cy="6502400"/>
          </a:xfrm>
          <a:prstGeom prst="rect">
            <a:avLst/>
          </a:prstGeom>
        </p:spPr>
      </p:pic>
    </p:spTree>
    <p:extLst>
      <p:ext uri="{BB962C8B-B14F-4D97-AF65-F5344CB8AC3E}">
        <p14:creationId xmlns:p14="http://schemas.microsoft.com/office/powerpoint/2010/main" val="27315754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909</TotalTime>
  <Words>0</Words>
  <Application>Microsoft Macintosh PowerPoint</Application>
  <PresentationFormat>Widescreen</PresentationFormat>
  <Paragraphs>0</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張存億</dc:creator>
  <cp:keywords/>
  <dc:description/>
  <cp:lastModifiedBy>張存億</cp:lastModifiedBy>
  <cp:revision>2</cp:revision>
  <dcterms:created xsi:type="dcterms:W3CDTF">2026-06-30T16:52:04Z</dcterms:created>
  <dcterms:modified xsi:type="dcterms:W3CDTF">2026-07-01T08:01:21Z</dcterms:modified>
  <cp:category/>
</cp:coreProperties>
</file>